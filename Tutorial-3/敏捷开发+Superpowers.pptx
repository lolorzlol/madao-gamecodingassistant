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68" r:id="rId17"/>
    <p:sldId id="269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敏捷开发 + Superpowers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2F2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AI工作流实践指南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插件概述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之前说过 </a:t>
            </a:r>
            <a:r>
              <a:rPr lang="en-US" sz="1600" b="1" dirty="0">
                <a:solidFill>
                  <a:srgbClr val="36454F"/>
                </a:solidFill>
              </a:rPr>
              <a:t>skill</a:t>
            </a:r>
            <a:r>
              <a:rPr lang="en-US" sz="1600" dirty="0">
                <a:solidFill>
                  <a:srgbClr val="212121"/>
                </a:solidFill>
              </a:rPr>
              <a:t>、</a:t>
            </a:r>
            <a:r>
              <a:rPr lang="en-US" sz="1600" b="1" dirty="0">
                <a:solidFill>
                  <a:srgbClr val="36454F"/>
                </a:solidFill>
              </a:rPr>
              <a:t>AGENTS.md</a:t>
            </a:r>
            <a:r>
              <a:rPr lang="en-US" sz="1600" dirty="0">
                <a:solidFill>
                  <a:srgbClr val="212121"/>
                </a:solidFill>
              </a:rPr>
              <a:t> 还有 </a:t>
            </a:r>
            <a:r>
              <a:rPr lang="en-US" sz="1600" b="1" dirty="0">
                <a:solidFill>
                  <a:srgbClr val="36454F"/>
                </a:solidFill>
              </a:rPr>
              <a:t>MCP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>
                <a:solidFill>
                  <a:srgbClr val="36454F"/>
                </a:solidFill>
              </a:rPr>
              <a:t>插件 = 整合所有配置的完整方案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插件可以包含：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Skills（技能/工作流）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AGENTS.md（项目指令文件）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MCP配置（外部工具连接）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其他项目配置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Harness 概念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什么是 Harness？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Harness 本意是驾驭或骑马的动词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AI类比：AI是能力强大的马，人需要用工程配置去驾驭它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Superpowers插件 = 一个非常有效的AI流程控制Harness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为什么需要 Harness？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754880" y="1554480"/>
          <a:ext cx="3931920" cy="22860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问题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解决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AI输出不稳定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工作流约束行为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AI容易跑偏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阶段性检查点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AI缺乏上下文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配置文件提供指令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AI无法调用工具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MCP扩展能力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敏捷开发回顾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核心问题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软件工程经常面对需求变更，代码修改频繁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如何确保系统健壮性和可维护性？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敏捷核心原则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迭代开发 — 小步快跑，持续交付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响应变化 — 欢迎需求变更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团队协作 — 每日沟通，透明进度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持续改进 — 定期复盘，优化流程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Sprint 简介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6454F"/>
                </a:solidFill>
              </a:rPr>
              <a:t>Sprint = 敏捷开发中的冲刺周期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通常是 1-2周 的固定开发周期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Sprint 目标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明确范围 — 只做计划内的事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可交付成果 — Sprint结束必须有可测试的成果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快速反馈 — 尽早发现问题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F2F2F2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结构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920240"/>
            <a:ext cx="36576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需求分析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Day 1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方案设计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Day 1-2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开发实现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Day 2-5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测试验收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Day 5-结束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测试驱动开发 (TDD)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6454F"/>
                </a:solidFill>
              </a:rPr>
              <a:t>先写测试，再写代码让测试通过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TDD 好处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需求对齐 — 测试写完 = 需求确定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测试防护网 — 提供修改保障，支持重构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设计驱动 — 先思考接口，后实现细节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文档作用 — 测试即行为文档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为什么AI Harness都用TDD？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AI写代码成本低，在有测试防护网的前提下：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可以轻易重构代码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可以安全扩展功能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AI错误可以被测试捕获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Red-Green-Refactor 循环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2286000" cy="109728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4" name="Text 2"/>
          <p:cNvSpPr/>
          <p:nvPr/>
        </p:nvSpPr>
        <p:spPr>
          <a:xfrm>
            <a:off x="1371600" y="14630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写一个失败的测试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2560320"/>
            <a:ext cx="2286000" cy="109728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7" name="Text 5"/>
          <p:cNvSpPr/>
          <p:nvPr/>
        </p:nvSpPr>
        <p:spPr>
          <a:xfrm>
            <a:off x="3657600" y="265176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Green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0" y="310896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写最少代码让测试通过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2286000" cy="1097280"/>
          </a:xfrm>
          <a:prstGeom prst="rect">
            <a:avLst/>
          </a:prstGeom>
          <a:solidFill>
            <a:srgbClr val="36454F"/>
          </a:solidFill>
        </p:spPr>
      </p:sp>
      <p:sp>
        <p:nvSpPr>
          <p:cNvPr id="10" name="Text 8"/>
          <p:cNvSpPr/>
          <p:nvPr/>
        </p:nvSpPr>
        <p:spPr>
          <a:xfrm>
            <a:off x="5943600" y="14630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Refactor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0" y="19202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重构代码，保持测试通过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2011680"/>
            <a:ext cx="0" cy="548640"/>
          </a:xfrm>
          <a:prstGeom prst="line">
            <a:avLst/>
          </a:prstGeom>
          <a:noFill/>
          <a:ln w="25400">
            <a:solidFill>
              <a:srgbClr val="21212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2468880"/>
            <a:ext cx="0" cy="640080"/>
          </a:xfrm>
          <a:prstGeom prst="line">
            <a:avLst/>
          </a:prstGeom>
          <a:noFill/>
          <a:ln w="25400">
            <a:solidFill>
              <a:srgbClr val="21212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920240"/>
            <a:ext cx="5029200" cy="0"/>
          </a:xfrm>
          <a:prstGeom prst="line">
            <a:avLst/>
          </a:prstGeom>
          <a:noFill/>
          <a:ln w="25400">
            <a:solidFill>
              <a:srgbClr val="212121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114800" y="38404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重复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Superpowers 工作流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Superpowers 是什么？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一整套让AI从 </a:t>
            </a:r>
            <a:r>
              <a:rPr lang="en-US" sz="1600" b="1" dirty="0">
                <a:solidFill>
                  <a:srgbClr val="36454F"/>
                </a:solidFill>
              </a:rPr>
              <a:t>需求分析</a:t>
            </a:r>
            <a:r>
              <a:rPr lang="en-US" sz="1600" dirty="0">
                <a:solidFill>
                  <a:srgbClr val="212121"/>
                </a:solidFill>
              </a:rPr>
              <a:t> 到 </a:t>
            </a:r>
            <a:r>
              <a:rPr lang="en-US" sz="1600" b="1" dirty="0">
                <a:solidFill>
                  <a:srgbClr val="36454F"/>
                </a:solidFill>
              </a:rPr>
              <a:t>测试驱动开发</a:t>
            </a:r>
            <a:r>
              <a:rPr lang="en-US" sz="1600" dirty="0">
                <a:solidFill>
                  <a:srgbClr val="212121"/>
                </a:solidFill>
              </a:rPr>
              <a:t> 的完整工作流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内部由多个互相串联的skill组成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核心技能说明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097280"/>
          <a:ext cx="8229600" cy="3474723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技能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用途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触发场景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using-superpowers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入口判断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每次对话开始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brainstorming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头脑风暴/需求分析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创建新功能时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writing-plans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编写实现计划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brainstorming后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executing-plans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执行实现计划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计划确认后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test-driven-development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TDD流程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实现功能时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systematic-debugging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系统化调试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遇到Bug时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Sprint 与 Superpowers 对照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一个Sprint ≈ 一个Superpowers循环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57200" y="1463040"/>
          <a:ext cx="8229600" cy="3108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Sprint阶段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Superpowers技能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需求分析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brainstorming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方案设计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writing-plans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开发实现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executing-plans + TDD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测试验收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测试运行 + verification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Bug修复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systematic-debugging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复盘优化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receiving-code-review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TDD 实践示例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示例场景：开发玩家移动功能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1828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1: Red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5603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写失败测试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[Test]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Player_MoveRight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测试失败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463040"/>
            <a:ext cx="2743200" cy="18288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5448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2: Green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5603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最小实现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Position += direction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测试通过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27432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55448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3: Refactor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1828800"/>
            <a:ext cx="25603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优化代码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加入 moveSpeed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测试仍然通过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使用建议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AI就像自动驾驶，想要多大程度用它取决于自己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建议至少使用AI的环节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方案确认 → superpowers的 brainstorming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    AI擅长发散思考，提出多种方案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    人工做最终决策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解Bug → superpowers的 systematic-debugging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    AI可以快速定位问题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    系统化分析比盲目尝试更高效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754880" y="3474720"/>
          <a:ext cx="3931920" cy="13716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级别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使用方式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Level 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所有代码AI生成，人工审核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Level 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AI处理部分功能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Level 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完全不用AI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915670"/>
            <a:ext cx="8957945" cy="12553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总结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6454F"/>
                </a:solidFill>
              </a:rPr>
              <a:t>敏捷 + Superpowers = 高效AI开发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关键要点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Harness是驾驭AI的工程配置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TDD是AI开发的安全基础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Superpowers提供完整工作流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人仍然需要做关键决策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2F2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欢迎提问和讨论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1755</Words>
  <Application>WPS 演示</Application>
  <PresentationFormat>On-screen Show (16:9)</PresentationFormat>
  <Paragraphs>272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Calibri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敏捷开发 + Superpowers AI工作流</dc:title>
  <dc:creator>Tutorial</dc:creator>
  <dc:subject>PptxGenJS Presentation</dc:subject>
  <cp:lastModifiedBy>landscape</cp:lastModifiedBy>
  <cp:revision>2</cp:revision>
  <dcterms:created xsi:type="dcterms:W3CDTF">2026-04-09T11:15:00Z</dcterms:created>
  <dcterms:modified xsi:type="dcterms:W3CDTF">2026-04-09T11:18:12Z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2A6A616090264E219340FEE39381CE34_12</vt:lpwstr>
  </property>
  <property fmtid="{D5CDD505-2E9C-101B-9397-08002B2CF9AE}" pid="3" name="KSOProductBuildVer">
    <vt:lpwstr>2052-12.1.0.25225</vt:lpwstr>
  </property>
</Properties>
</file>